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Fundamental Data Structures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Lists are ordered, mutable collections, useful for storing sequences of items like user inputs.</a:t>
            </a:r>
          </a:p>
          <a:p>
            <a:r>
              <a:t>Dictionaries store data as key-value pairs, allowing for fast lookups based on the key (e.g., mapping usernames to profiles).</a:t>
            </a:r>
          </a:p>
          <a:p>
            <a:r>
              <a:t>Tuples are ordered and immutable; they are often used for fixed collections of related data, such as coordinates (x, 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Flow and Iteration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'for' loop iterates directly over items in sequences (lists, strings, etc.), simplifying iteration compared to index-based loops.</a:t>
            </a:r>
          </a:p>
          <a:p>
            <a:r>
              <a:t>Conditional logic uses 'if', 'elif', and 'else' statements to execute code blocks based on boolean conditions.</a:t>
            </a:r>
          </a:p>
          <a:p>
            <a:r>
              <a:t>List comprehensions offer a concise way to create new lists based on existing ones (e.g., [x*2 for x in numbers if x &gt; 0]).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and Reusability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Functions defined with 'def' allow grouping reusable blocks of code, preventing repetition (DRY principle).</a:t>
            </a:r>
          </a:p>
          <a:p>
            <a:r>
              <a:t>Arguments can be passed positionally or using keyword arguments (e.g., calculate(rate=0.05, principal=1000)).</a:t>
            </a:r>
          </a:p>
          <a:p>
            <a:r>
              <a:t>The 'return' statement sends a result back from the function; functions without an explicit return automatically return 'None'.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