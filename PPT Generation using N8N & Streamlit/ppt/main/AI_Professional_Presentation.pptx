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Python</a:t>
            </a:r>
          </a:p>
          <a:p>
            <a:pPr algn="ctr">
              <a:defRPr sz="1800">
                <a:solidFill>
                  <a:srgbClr val="C8C8C8"/>
                </a:solidFill>
              </a:defRPr>
            </a:pPr>
            <a:r>
              <a:t>AI 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What is Python?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800">
                <a:solidFill>
                  <a:srgbClr val="282828"/>
                </a:solidFill>
              </a:defRPr>
            </a:pPr>
            <a:r>
              <a:t>Python is a popular, high-level programming language.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It's known for its easy-to-read syntax, making it great for beginners.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Python is used for web development, data science, AI, automation, and 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Variables and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800">
                <a:solidFill>
                  <a:srgbClr val="282828"/>
                </a:solidFill>
              </a:defRPr>
            </a:pPr>
            <a:r>
              <a:t>Variables store data. Example: `name = 'Alice'`, `age = 30`.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Common data types include: Integers (whole numbers like `10`), Floats (decimal numbers like `3.14`), Strings (text like `'hello'`), Booleans (True/False).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Control Flow: Making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800">
                <a:solidFill>
                  <a:srgbClr val="282828"/>
                </a:solidFill>
              </a:defRPr>
            </a:pPr>
            <a:r>
              <a:t>Use `if`, `elif`, and `else` to execute code based on conditions.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Example: `if age &gt; 18: print('Adult') else: print('Minor')`.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Loops (`for` and `while`) repeat actions. Example: `for i in range(5): print(i)` will print 0 to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Functions: Reusable Code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800">
                <a:solidFill>
                  <a:srgbClr val="282828"/>
                </a:solidFill>
              </a:defRPr>
            </a:pPr>
            <a:r>
              <a:t>Functions group code to perform a specific task.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Define a function using `def`. Example: `def greet(name): print(f'Hello, {name}!')`.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Call the function to run its code: `greet('Bob')`.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CC"/>
                </a:solidFill>
              </a:defRPr>
            </a:pPr>
            <a:r>
              <a:t>Working with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800">
                <a:solidFill>
                  <a:srgbClr val="282828"/>
                </a:solidFill>
              </a:defRPr>
            </a:pPr>
            <a:r>
              <a:t>Lists are ordered collections of items. Example: `fruits = ['apple', 'banana', 'cherry']`.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Access items by their index (starting from 0). `fruits[0]` is 'apple'.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You can add, remove, and modify items in a 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