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Python</a:t>
            </a:r>
          </a:p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Introduction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323232"/>
                </a:solidFill>
              </a:defRPr>
            </a:pPr>
            <a:r>
              <a:t>Python is a versatile, high-level programming language known for its readability and ease of use.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It's used in web development (Django, Flask), data science (NumPy, Pandas), artificial intelligence (TensorFlow, PyTorch), and automation.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Python's large standard library provides pre-built modules for many common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Core Python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323232"/>
                </a:solidFill>
              </a:defRPr>
            </a:pPr>
            <a:r>
              <a:t>Lists: Ordered, mutable collections of items (e.g., `my_list = [1, 'apple', 3.14]`).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Tuples: Ordered, immutable collections of items (e.g., `my_tuple = (1, 'banana', 2.71)`).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Dictionaries: Unordered collections of key-value pairs (e.g., `my_dict = {'name': 'Alice', 'age': 30}`).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Sets: Unordered collections of unique items (e.g., `my_set = {1, 2, 3, 3}`).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Writing and Running Python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323232"/>
                </a:solidFill>
              </a:defRPr>
            </a:pPr>
            <a:r>
              <a:t>Python code is typically saved in files with a `.py` extension.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You can run a Python script from your terminal using the command: `python your_script_name.py`.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Python also offers an interactive interpreter (REPL) where you can type commands and see results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